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2" r:id="rId5"/>
    <p:sldId id="263" r:id="rId6"/>
    <p:sldId id="259" r:id="rId7"/>
    <p:sldId id="261" r:id="rId8"/>
    <p:sldId id="260" r:id="rId9"/>
    <p:sldId id="266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ini Simran Roshan" userId="e8455e327dbb98dd" providerId="LiveId" clId="{71CA7D97-C1CE-4DC4-AA93-0E147C717542}"/>
    <pc:docChg chg="modSld">
      <pc:chgData name="Shalini Simran Roshan" userId="e8455e327dbb98dd" providerId="LiveId" clId="{71CA7D97-C1CE-4DC4-AA93-0E147C717542}" dt="2026-05-05T11:59:06.645" v="2" actId="14100"/>
      <pc:docMkLst>
        <pc:docMk/>
      </pc:docMkLst>
      <pc:sldChg chg="modSp mod">
        <pc:chgData name="Shalini Simran Roshan" userId="e8455e327dbb98dd" providerId="LiveId" clId="{71CA7D97-C1CE-4DC4-AA93-0E147C717542}" dt="2026-05-05T11:59:06.645" v="2" actId="14100"/>
        <pc:sldMkLst>
          <pc:docMk/>
          <pc:sldMk cId="1921970052" sldId="256"/>
        </pc:sldMkLst>
        <pc:picChg chg="mod">
          <ac:chgData name="Shalini Simran Roshan" userId="e8455e327dbb98dd" providerId="LiveId" clId="{71CA7D97-C1CE-4DC4-AA93-0E147C717542}" dt="2026-05-05T11:59:06.645" v="2" actId="14100"/>
          <ac:picMkLst>
            <pc:docMk/>
            <pc:sldMk cId="1921970052" sldId="256"/>
            <ac:picMk id="28" creationId="{90B46E87-A3BA-184E-25AA-ADA3FDC968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62E8-F52F-E396-55FF-75963BAD2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72556-F0ED-C84E-3B91-6A8483CD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F820C-F92C-5596-0830-BB907486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99AEF-B096-6D44-B130-DFB52AA3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620C-81D0-B774-4DA3-09956EA7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73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39C0-5B7B-9A73-4785-94C99859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59450-EFD7-D652-D54C-EDF106294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07A3B-42F8-0883-059F-2A5C7356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083C2-BAD0-1A77-39AA-A4C06DFE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E38A2-1EC4-0AA1-68D6-B6CE42BC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7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CDC9-972D-BEB9-9CC8-9A00B605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6312A-4AEC-6186-FAB6-4359C2FE7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B34B-92CD-2F89-DD00-336E376B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4821-BB6E-BB2A-ABB2-365E37E4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EA0D6-D229-4746-F620-7F000D8E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1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2270-0156-1C22-B336-64C86113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4A312-A1C8-3049-99A2-84E0A115D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B28FC-E4C8-9D0F-91AD-B4AA94AEE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2FCBF-F183-2028-7AE7-49AE6A99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C716-C144-D7AC-1A38-1B2A42069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2F67A-85E0-1CE7-1D3A-7A9AB14B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0C96-2C70-DDCD-BB3E-82A0EADAA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F762-CF3C-1562-5562-BCC504501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AC931-AF27-EDBD-3619-1828F5F3D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FF4CF-A1E1-E34B-C974-645CA499F7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CB8E4-1455-D7B3-57AB-1E3F23724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7601C-DE16-27E6-EFC9-E9A861FB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4CA36-61D2-53CC-064B-0C00197B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FB8D69-5F06-3F4D-EDA9-9CB2D3BC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54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B8E7-E201-8503-BE4F-8275FC24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F625-DEF0-6232-E3EB-8417A290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81725-7FC4-F585-C1E8-9F2DAD993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BECC6-3F52-9600-5E29-16A4D5E2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1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00B93-9D98-9BD4-D00B-F778DD3F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70F76-16CD-60DF-702D-9DD6FC4F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73065-AAA2-A332-A920-0477FA38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2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E882-3E58-8413-A013-55AC7597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22C67-060F-E5BF-CEDE-81C571901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A19D6-967C-6EB4-8F9E-5D1708582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6F290-CE6A-1364-8049-78221AF7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81F05-4DEC-048C-C145-6A2CC5E0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AE7ED-5F60-477B-6761-5DA259F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31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D178-2847-E9AC-99B4-EAFB82C9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EEE16-1112-97B0-9B76-F6E6D4784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7F6AA-B132-0629-1589-FAAC66406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C06DF-500C-F211-4FB5-81AAF6D2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D9E1D-782B-1F0D-4023-ED5E7679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76D72-7209-FE4D-46FD-3FF3ECE1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3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E456-8440-F060-4BED-FE600409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25CFF-1E9D-0DAC-5590-272ADDF7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111D-861F-6171-E8C4-036272B8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B62E-8D1B-F6A4-4F4D-986B4D77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E2EAA-74B9-E672-4B80-41A708B4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21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32BC1B-C1C7-F04E-7200-FFF7607F7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BA54-7516-E007-E1B9-EC638542F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8CF20-9171-0B09-31FE-10D4C543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48D9D-B3D3-3024-A414-56DAEF87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6137C-6C47-A389-E2D0-36FA3761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06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9D8D4-046E-2E1B-ECDC-BD71C80A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71641-0EAD-209F-9C90-F3D02C3FF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DD23-1DF7-B821-7816-792550090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5E135-AF9B-49AE-8541-8735EF91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F7BB2-C628-2B74-0F4C-2E307BBAA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C2343-5EF5-8B51-8F48-2CEF8B277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9A642-FDE8-4C0B-9569-188D0FB4B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63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0B46E87-A3BA-184E-25AA-ADA3FDC96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104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D0F8909-4088-7A49-5A19-EC0B6AA1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287000" y="0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7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FD8C-9732-4133-2E07-21A2F4E9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9474ABD-34F4-5E1B-6637-9912777B1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37E178-6BF2-3B36-8A2A-B6EE6006A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287000" y="0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03708-8087-81D0-33EB-7DD8BE64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4A0EFB-1995-4C14-C5D3-59B9F9D09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72C500-A319-04EA-1EC0-F3BEFEBE1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134600" y="5856514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4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0FDC-6AEC-3469-AE7D-71FB92F5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4F6008E-BFE0-30A6-487D-2A24E1058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52E60D-4AF7-F1EE-5B4F-901A8B262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374086" y="1"/>
            <a:ext cx="1817914" cy="67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7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6A6F9-445B-575D-8FA1-90ABFC70E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53B0F58-DE9D-3A10-EC33-7D4FAB408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23516D-21BA-7ACE-C884-42C51975D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178143" y="5791200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1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0DF9-4C84-EA90-8B36-30450855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32C5C9-0F1F-54EA-1254-DC10AD880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3545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CEC67A-924E-48DB-AE7E-124A2C442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9971314" y="6074226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1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922D-3039-2192-F21C-FCD0C782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2BDFD5-D513-AD14-BF2A-52148A1AF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13"/>
            <a:ext cx="12192000" cy="68824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E9DB557-5152-F6F5-F212-E24210C34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156371" y="5921828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2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66BA-C893-37E8-DC7C-2DE3397E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168BC3-0154-E112-A2EB-65E044110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2925A2B-69A4-BEF6-C571-C41047852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189029" y="5976257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9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8149-7FEC-BC7C-0419-509B70929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5213B-DDCC-9F50-A78F-2D254AFD7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EF90B0-8FD7-7050-51FB-5518E25AE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10134600" y="5987142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CD62-3812-2DAE-BBE1-D80D04199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36F3E3-76E6-789F-5208-917F884E0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F711F4-C619-08D8-9C94-E34D00B8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14" b="34286"/>
          <a:stretch>
            <a:fillRect/>
          </a:stretch>
        </p:blipFill>
        <p:spPr>
          <a:xfrm>
            <a:off x="9873343" y="5725885"/>
            <a:ext cx="1905000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3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Simran Roshan</dc:creator>
  <cp:lastModifiedBy>Shalini Simran Roshan</cp:lastModifiedBy>
  <cp:revision>1</cp:revision>
  <dcterms:created xsi:type="dcterms:W3CDTF">2026-04-03T12:13:09Z</dcterms:created>
  <dcterms:modified xsi:type="dcterms:W3CDTF">2026-05-05T12:00:17Z</dcterms:modified>
</cp:coreProperties>
</file>